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e829132d9249b9" /><Relationship Type="http://schemas.openxmlformats.org/officeDocument/2006/relationships/extended-properties" Target="/docProps/app.xml" Id="Rf1fee7d7d44b4d56" /><Relationship Type="http://schemas.openxmlformats.org/officeDocument/2006/relationships/officeDocument" Target="/ppt/presentation.xml" Id="Rabd96a9962dc41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f0f178a341481c"/>
  </p:sldMasterIdLst>
  <p:notesMasterIdLst>
    <p:notesMasterId xmlns:r="http://schemas.openxmlformats.org/officeDocument/2006/relationships" r:id="R5385d73326a3407e"/>
  </p:notesMasterIdLst>
  <p:sldIdLst>
    <p:sldId xmlns:r="http://schemas.openxmlformats.org/officeDocument/2006/relationships" id="256" r:id="R6a1382611bbf4b24"/>
    <p:sldId xmlns:r="http://schemas.openxmlformats.org/officeDocument/2006/relationships" id="257" r:id="Ra1efdda3354448d5"/>
    <p:sldId xmlns:r="http://schemas.openxmlformats.org/officeDocument/2006/relationships" id="258" r:id="R53053add22e543aa"/>
    <p:sldId xmlns:r="http://schemas.openxmlformats.org/officeDocument/2006/relationships" id="259" r:id="R76db81521d7f4b5d"/>
    <p:sldId xmlns:r="http://schemas.openxmlformats.org/officeDocument/2006/relationships" id="260" r:id="Rd83f71b4a82d4daa"/>
    <p:sldId xmlns:r="http://schemas.openxmlformats.org/officeDocument/2006/relationships" id="261" r:id="R94a3722f345149e4"/>
    <p:sldId xmlns:r="http://schemas.openxmlformats.org/officeDocument/2006/relationships" id="262" r:id="Ra4b155b8db434d8a"/>
    <p:sldId xmlns:r="http://schemas.openxmlformats.org/officeDocument/2006/relationships" id="263" r:id="Rb0a4c80661bc4aa0"/>
    <p:sldId xmlns:r="http://schemas.openxmlformats.org/officeDocument/2006/relationships" id="264" r:id="Rc95491a3b2294312"/>
    <p:sldId xmlns:r="http://schemas.openxmlformats.org/officeDocument/2006/relationships" id="265" r:id="Re42b203f76fb4d2d"/>
    <p:sldId xmlns:r="http://schemas.openxmlformats.org/officeDocument/2006/relationships" id="266" r:id="Rac45ec24621d4413"/>
    <p:sldId xmlns:r="http://schemas.openxmlformats.org/officeDocument/2006/relationships" id="267" r:id="R70880ca838a84188"/>
    <p:sldId xmlns:r="http://schemas.openxmlformats.org/officeDocument/2006/relationships" id="268" r:id="Rdaf25d34059d4e46"/>
    <p:sldId xmlns:r="http://schemas.openxmlformats.org/officeDocument/2006/relationships" id="269" r:id="Rc10c5cf57e23451c"/>
    <p:sldId xmlns:r="http://schemas.openxmlformats.org/officeDocument/2006/relationships" id="270" r:id="R2957bc1febd44643"/>
    <p:sldId xmlns:r="http://schemas.openxmlformats.org/officeDocument/2006/relationships" id="271" r:id="Rd372349986c54c15"/>
    <p:sldId xmlns:r="http://schemas.openxmlformats.org/officeDocument/2006/relationships" id="272" r:id="Rb616e7859c964ba4"/>
    <p:sldId xmlns:r="http://schemas.openxmlformats.org/officeDocument/2006/relationships" id="273" r:id="R1311b2f138bf44de"/>
    <p:sldId xmlns:r="http://schemas.openxmlformats.org/officeDocument/2006/relationships" id="274" r:id="R5204dcc8e81a4539"/>
    <p:sldId xmlns:r="http://schemas.openxmlformats.org/officeDocument/2006/relationships" id="275" r:id="R6e9623d24db24874"/>
    <p:sldId xmlns:r="http://schemas.openxmlformats.org/officeDocument/2006/relationships" id="276" r:id="R7e3c084c17dc4e77"/>
    <p:sldId xmlns:r="http://schemas.openxmlformats.org/officeDocument/2006/relationships" id="277" r:id="R525d0e2c6f9c405f"/>
    <p:sldId xmlns:r="http://schemas.openxmlformats.org/officeDocument/2006/relationships" id="278" r:id="Rfd145fa587344104"/>
    <p:sldId xmlns:r="http://schemas.openxmlformats.org/officeDocument/2006/relationships" id="279" r:id="R62bf2ff11a1a4598"/>
    <p:sldId xmlns:r="http://schemas.openxmlformats.org/officeDocument/2006/relationships" id="280" r:id="Re6eec6f8a5c346e9"/>
    <p:sldId xmlns:r="http://schemas.openxmlformats.org/officeDocument/2006/relationships" id="281" r:id="Raa2f52bb13ae4674"/>
    <p:sldId xmlns:r="http://schemas.openxmlformats.org/officeDocument/2006/relationships" id="282" r:id="R5223b9a84bc74bfd"/>
    <p:sldId xmlns:r="http://schemas.openxmlformats.org/officeDocument/2006/relationships" id="283" r:id="R427f178a97c94b38"/>
    <p:sldId xmlns:r="http://schemas.openxmlformats.org/officeDocument/2006/relationships" id="284" r:id="R846ef316f4e344b6"/>
    <p:sldId xmlns:r="http://schemas.openxmlformats.org/officeDocument/2006/relationships" id="285" r:id="R951dd168300b4f47"/>
    <p:sldId xmlns:r="http://schemas.openxmlformats.org/officeDocument/2006/relationships" id="286" r:id="Rbac4c06643ed4f71"/>
    <p:sldId xmlns:r="http://schemas.openxmlformats.org/officeDocument/2006/relationships" id="287" r:id="R3282e7854dc54dda"/>
    <p:sldId xmlns:r="http://schemas.openxmlformats.org/officeDocument/2006/relationships" id="288" r:id="Racbacc88edc64520"/>
    <p:sldId xmlns:r="http://schemas.openxmlformats.org/officeDocument/2006/relationships" id="289" r:id="Rcf3ff98bc70745cd"/>
    <p:sldId xmlns:r="http://schemas.openxmlformats.org/officeDocument/2006/relationships" id="290" r:id="R94900790835e4026"/>
    <p:sldId xmlns:r="http://schemas.openxmlformats.org/officeDocument/2006/relationships" id="291" r:id="R593a7dab544743cd"/>
    <p:sldId xmlns:r="http://schemas.openxmlformats.org/officeDocument/2006/relationships" id="292" r:id="R2dd16150c0204851"/>
    <p:sldId xmlns:r="http://schemas.openxmlformats.org/officeDocument/2006/relationships" id="293" r:id="Rf3c2845c4aa046b5"/>
    <p:sldId xmlns:r="http://schemas.openxmlformats.org/officeDocument/2006/relationships" id="294" r:id="R0833a7525d3143cd"/>
    <p:sldId xmlns:r="http://schemas.openxmlformats.org/officeDocument/2006/relationships" id="295" r:id="R21e9387356cb4545"/>
    <p:sldId xmlns:r="http://schemas.openxmlformats.org/officeDocument/2006/relationships" id="296" r:id="R0a0282c4bb8f428c"/>
    <p:sldId xmlns:r="http://schemas.openxmlformats.org/officeDocument/2006/relationships" id="297" r:id="R4a598dd612534f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9ddc4d23d349f5" /><Relationship Type="http://schemas.openxmlformats.org/officeDocument/2006/relationships/slideMaster" Target="/ppt/slideMasters/slideMaster1.xml" Id="Raaf0f178a341481c" /><Relationship Type="http://schemas.openxmlformats.org/officeDocument/2006/relationships/notesMaster" Target="/ppt/notesMasters/notesMaster1.xml" Id="R5385d73326a3407e" /><Relationship Type="http://schemas.openxmlformats.org/officeDocument/2006/relationships/presProps" Target="/ppt/presProps.xml" Id="Rad0d93afd79a478e" /><Relationship Type="http://schemas.openxmlformats.org/officeDocument/2006/relationships/tableStyles" Target="/ppt/tableStyles.xml" Id="Ra142e9846f9f454a" /><Relationship Type="http://schemas.openxmlformats.org/officeDocument/2006/relationships/slide" Target="/ppt/slides/slide1.xml" Id="R6a1382611bbf4b24" /><Relationship Type="http://schemas.openxmlformats.org/officeDocument/2006/relationships/slide" Target="/ppt/slides/slide2.xml" Id="Ra1efdda3354448d5" /><Relationship Type="http://schemas.openxmlformats.org/officeDocument/2006/relationships/slide" Target="/ppt/slides/slide3.xml" Id="R53053add22e543aa" /><Relationship Type="http://schemas.openxmlformats.org/officeDocument/2006/relationships/slide" Target="/ppt/slides/slide4.xml" Id="R76db81521d7f4b5d" /><Relationship Type="http://schemas.openxmlformats.org/officeDocument/2006/relationships/slide" Target="/ppt/slides/slide5.xml" Id="Rd83f71b4a82d4daa" /><Relationship Type="http://schemas.openxmlformats.org/officeDocument/2006/relationships/slide" Target="/ppt/slides/slide6.xml" Id="R94a3722f345149e4" /><Relationship Type="http://schemas.openxmlformats.org/officeDocument/2006/relationships/slide" Target="/ppt/slides/slide7.xml" Id="Ra4b155b8db434d8a" /><Relationship Type="http://schemas.openxmlformats.org/officeDocument/2006/relationships/slide" Target="/ppt/slides/slide8.xml" Id="Rb0a4c80661bc4aa0" /><Relationship Type="http://schemas.openxmlformats.org/officeDocument/2006/relationships/slide" Target="/ppt/slides/slide9.xml" Id="Rc95491a3b2294312" /><Relationship Type="http://schemas.openxmlformats.org/officeDocument/2006/relationships/slide" Target="/ppt/slides/slide10.xml" Id="Re42b203f76fb4d2d" /><Relationship Type="http://schemas.openxmlformats.org/officeDocument/2006/relationships/slide" Target="/ppt/slides/slide11.xml" Id="Rac45ec24621d4413" /><Relationship Type="http://schemas.openxmlformats.org/officeDocument/2006/relationships/slide" Target="/ppt/slides/slide12.xml" Id="R70880ca838a84188" /><Relationship Type="http://schemas.openxmlformats.org/officeDocument/2006/relationships/slide" Target="/ppt/slides/slide13.xml" Id="Rdaf25d34059d4e46" /><Relationship Type="http://schemas.openxmlformats.org/officeDocument/2006/relationships/slide" Target="/ppt/slides/slide14.xml" Id="Rc10c5cf57e23451c" /><Relationship Type="http://schemas.openxmlformats.org/officeDocument/2006/relationships/slide" Target="/ppt/slides/slide15.xml" Id="R2957bc1febd44643" /><Relationship Type="http://schemas.openxmlformats.org/officeDocument/2006/relationships/slide" Target="/ppt/slides/slide16.xml" Id="Rd372349986c54c15" /><Relationship Type="http://schemas.openxmlformats.org/officeDocument/2006/relationships/slide" Target="/ppt/slides/slide17.xml" Id="Rb616e7859c964ba4" /><Relationship Type="http://schemas.openxmlformats.org/officeDocument/2006/relationships/slide" Target="/ppt/slides/slide18.xml" Id="R1311b2f138bf44de" /><Relationship Type="http://schemas.openxmlformats.org/officeDocument/2006/relationships/slide" Target="/ppt/slides/slide19.xml" Id="R5204dcc8e81a4539" /><Relationship Type="http://schemas.openxmlformats.org/officeDocument/2006/relationships/slide" Target="/ppt/slides/slide20.xml" Id="R6e9623d24db24874" /><Relationship Type="http://schemas.openxmlformats.org/officeDocument/2006/relationships/slide" Target="/ppt/slides/slide21.xml" Id="R7e3c084c17dc4e77" /><Relationship Type="http://schemas.openxmlformats.org/officeDocument/2006/relationships/slide" Target="/ppt/slides/slide22.xml" Id="R525d0e2c6f9c405f" /><Relationship Type="http://schemas.openxmlformats.org/officeDocument/2006/relationships/slide" Target="/ppt/slides/slide23.xml" Id="Rfd145fa587344104" /><Relationship Type="http://schemas.openxmlformats.org/officeDocument/2006/relationships/slide" Target="/ppt/slides/slide24.xml" Id="R62bf2ff11a1a4598" /><Relationship Type="http://schemas.openxmlformats.org/officeDocument/2006/relationships/slide" Target="/ppt/slides/slide25.xml" Id="Re6eec6f8a5c346e9" /><Relationship Type="http://schemas.openxmlformats.org/officeDocument/2006/relationships/slide" Target="/ppt/slides/slide26.xml" Id="Raa2f52bb13ae4674" /><Relationship Type="http://schemas.openxmlformats.org/officeDocument/2006/relationships/slide" Target="/ppt/slides/slide27.xml" Id="R5223b9a84bc74bfd" /><Relationship Type="http://schemas.openxmlformats.org/officeDocument/2006/relationships/slide" Target="/ppt/slides/slide28.xml" Id="R427f178a97c94b38" /><Relationship Type="http://schemas.openxmlformats.org/officeDocument/2006/relationships/slide" Target="/ppt/slides/slide29.xml" Id="R846ef316f4e344b6" /><Relationship Type="http://schemas.openxmlformats.org/officeDocument/2006/relationships/slide" Target="/ppt/slides/slide30.xml" Id="R951dd168300b4f47" /><Relationship Type="http://schemas.openxmlformats.org/officeDocument/2006/relationships/slide" Target="/ppt/slides/slide31.xml" Id="Rbac4c06643ed4f71" /><Relationship Type="http://schemas.openxmlformats.org/officeDocument/2006/relationships/slide" Target="/ppt/slides/slide32.xml" Id="R3282e7854dc54dda" /><Relationship Type="http://schemas.openxmlformats.org/officeDocument/2006/relationships/slide" Target="/ppt/slides/slide33.xml" Id="Racbacc88edc64520" /><Relationship Type="http://schemas.openxmlformats.org/officeDocument/2006/relationships/slide" Target="/ppt/slides/slide34.xml" Id="Rcf3ff98bc70745cd" /><Relationship Type="http://schemas.openxmlformats.org/officeDocument/2006/relationships/slide" Target="/ppt/slides/slide35.xml" Id="R94900790835e4026" /><Relationship Type="http://schemas.openxmlformats.org/officeDocument/2006/relationships/slide" Target="/ppt/slides/slide36.xml" Id="R593a7dab544743cd" /><Relationship Type="http://schemas.openxmlformats.org/officeDocument/2006/relationships/slide" Target="/ppt/slides/slide37.xml" Id="R2dd16150c0204851" /><Relationship Type="http://schemas.openxmlformats.org/officeDocument/2006/relationships/slide" Target="/ppt/slides/slide38.xml" Id="Rf3c2845c4aa046b5" /><Relationship Type="http://schemas.openxmlformats.org/officeDocument/2006/relationships/slide" Target="/ppt/slides/slide39.xml" Id="R0833a7525d3143cd" /><Relationship Type="http://schemas.openxmlformats.org/officeDocument/2006/relationships/slide" Target="/ppt/slides/slide40.xml" Id="R21e9387356cb4545" /><Relationship Type="http://schemas.openxmlformats.org/officeDocument/2006/relationships/slide" Target="/ppt/slides/slide41.xml" Id="R0a0282c4bb8f428c" /><Relationship Type="http://schemas.openxmlformats.org/officeDocument/2006/relationships/slide" Target="/ppt/slides/slide42.xml" Id="R4a598dd612534f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5e276a65454d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b62867e1224f2d" /><Relationship Type="http://schemas.openxmlformats.org/officeDocument/2006/relationships/notesMaster" Target="/ppt/notesMasters/notesMaster1.xml" Id="R1d5b3429632a49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dbc264b900416d" /><Relationship Type="http://schemas.openxmlformats.org/officeDocument/2006/relationships/notesMaster" Target="/ppt/notesMasters/notesMaster1.xml" Id="R9443e5dcf8414f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ff8c11d4ce4cd6" /><Relationship Type="http://schemas.openxmlformats.org/officeDocument/2006/relationships/notesMaster" Target="/ppt/notesMasters/notesMaster1.xml" Id="R5d1f81f8ddab47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27cdc701914fa2" /><Relationship Type="http://schemas.openxmlformats.org/officeDocument/2006/relationships/notesMaster" Target="/ppt/notesMasters/notesMaster1.xml" Id="R4a2c660b4c8d4d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4aceaede1e43c4" /><Relationship Type="http://schemas.openxmlformats.org/officeDocument/2006/relationships/notesMaster" Target="/ppt/notesMasters/notesMaster1.xml" Id="Rd25e0bc481ed4d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237d4592f141bd" /><Relationship Type="http://schemas.openxmlformats.org/officeDocument/2006/relationships/notesMaster" Target="/ppt/notesMasters/notesMaster1.xml" Id="Rd8dd663c7e5a4a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e9fe2cf8294005" /><Relationship Type="http://schemas.openxmlformats.org/officeDocument/2006/relationships/notesMaster" Target="/ppt/notesMasters/notesMaster1.xml" Id="Re9ea745dd4224e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60d854e70147cf" /><Relationship Type="http://schemas.openxmlformats.org/officeDocument/2006/relationships/notesMaster" Target="/ppt/notesMasters/notesMaster1.xml" Id="Rc2ae18e6a07542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7d6ca3425d4b31" /><Relationship Type="http://schemas.openxmlformats.org/officeDocument/2006/relationships/notesMaster" Target="/ppt/notesMasters/notesMaster1.xml" Id="R7a18183242bc47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6fdb8277d4463d" /><Relationship Type="http://schemas.openxmlformats.org/officeDocument/2006/relationships/notesMaster" Target="/ppt/notesMasters/notesMaster1.xml" Id="R618e472edce240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2993f4b4e3457a" /><Relationship Type="http://schemas.openxmlformats.org/officeDocument/2006/relationships/notesMaster" Target="/ppt/notesMasters/notesMaster1.xml" Id="R2eed0abb45f04f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ab0090ccd74bbb" /><Relationship Type="http://schemas.openxmlformats.org/officeDocument/2006/relationships/notesMaster" Target="/ppt/notesMasters/notesMaster1.xml" Id="Rcde3e0eb699747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28a171080647d0" /><Relationship Type="http://schemas.openxmlformats.org/officeDocument/2006/relationships/notesMaster" Target="/ppt/notesMasters/notesMaster1.xml" Id="Rd084074aab9c42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9d9b66b5454e07" /><Relationship Type="http://schemas.openxmlformats.org/officeDocument/2006/relationships/notesMaster" Target="/ppt/notesMasters/notesMaster1.xml" Id="R31f8e4aa3fc74f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0d52e62622476c" /><Relationship Type="http://schemas.openxmlformats.org/officeDocument/2006/relationships/notesMaster" Target="/ppt/notesMasters/notesMaster1.xml" Id="Red8e1aa1f93647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90647037e148d8" /><Relationship Type="http://schemas.openxmlformats.org/officeDocument/2006/relationships/notesMaster" Target="/ppt/notesMasters/notesMaster1.xml" Id="Rf724c1c1ec8148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0e7e183d60c44f2" /><Relationship Type="http://schemas.openxmlformats.org/officeDocument/2006/relationships/notesMaster" Target="/ppt/notesMasters/notesMaster1.xml" Id="R4ac78dae6cc34b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0392cac8e243a4" /><Relationship Type="http://schemas.openxmlformats.org/officeDocument/2006/relationships/notesMaster" Target="/ppt/notesMasters/notesMaster1.xml" Id="Rac7348fcca814b7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c0831752e14b6a" /><Relationship Type="http://schemas.openxmlformats.org/officeDocument/2006/relationships/notesMaster" Target="/ppt/notesMasters/notesMaster1.xml" Id="Ra68ea8ed486041f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597605e3bc4d6a" /><Relationship Type="http://schemas.openxmlformats.org/officeDocument/2006/relationships/notesMaster" Target="/ppt/notesMasters/notesMaster1.xml" Id="R64908963b93c47f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800a671fb264908" /><Relationship Type="http://schemas.openxmlformats.org/officeDocument/2006/relationships/notesMaster" Target="/ppt/notesMasters/notesMaster1.xml" Id="Rb302bfe32a4546d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b4edf79d2d146a1" /><Relationship Type="http://schemas.openxmlformats.org/officeDocument/2006/relationships/notesMaster" Target="/ppt/notesMasters/notesMaster1.xml" Id="Rbb2b854da86c40c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570635167394946" /><Relationship Type="http://schemas.openxmlformats.org/officeDocument/2006/relationships/notesMaster" Target="/ppt/notesMasters/notesMaster1.xml" Id="R864299fed82d41f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4aad464825a4ab1" /><Relationship Type="http://schemas.openxmlformats.org/officeDocument/2006/relationships/notesMaster" Target="/ppt/notesMasters/notesMaster1.xml" Id="Re50eae2e4b63474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9e90686150d4bc1" /><Relationship Type="http://schemas.openxmlformats.org/officeDocument/2006/relationships/notesMaster" Target="/ppt/notesMasters/notesMaster1.xml" Id="R7ac8c14ba0b64f0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8aba4b7f15d441e" /><Relationship Type="http://schemas.openxmlformats.org/officeDocument/2006/relationships/notesMaster" Target="/ppt/notesMasters/notesMaster1.xml" Id="R7a7ec4666c274de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68d770fb28b4657" /><Relationship Type="http://schemas.openxmlformats.org/officeDocument/2006/relationships/notesMaster" Target="/ppt/notesMasters/notesMaster1.xml" Id="R83330b3cde3c463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07eb9448efc446a" /><Relationship Type="http://schemas.openxmlformats.org/officeDocument/2006/relationships/notesMaster" Target="/ppt/notesMasters/notesMaster1.xml" Id="R444eeed3b1034f5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22563d052e24dfc" /><Relationship Type="http://schemas.openxmlformats.org/officeDocument/2006/relationships/notesMaster" Target="/ppt/notesMasters/notesMaster1.xml" Id="R77123218f0d8494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ac7bd3485e34c99" /><Relationship Type="http://schemas.openxmlformats.org/officeDocument/2006/relationships/notesMaster" Target="/ppt/notesMasters/notesMaster1.xml" Id="R64c5386822054ac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8d5e496a2204ab2" /><Relationship Type="http://schemas.openxmlformats.org/officeDocument/2006/relationships/notesMaster" Target="/ppt/notesMasters/notesMaster1.xml" Id="R0ade4306dbc840a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908f1846a834349" /><Relationship Type="http://schemas.openxmlformats.org/officeDocument/2006/relationships/notesMaster" Target="/ppt/notesMasters/notesMaster1.xml" Id="R3a3d6b453ed14cd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402deee457f42e1" /><Relationship Type="http://schemas.openxmlformats.org/officeDocument/2006/relationships/notesMaster" Target="/ppt/notesMasters/notesMaster1.xml" Id="R997821cd8d034db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06a97c9a9c84dd2" /><Relationship Type="http://schemas.openxmlformats.org/officeDocument/2006/relationships/notesMaster" Target="/ppt/notesMasters/notesMaster1.xml" Id="R79eb1521083e49e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204b43f09e94939" /><Relationship Type="http://schemas.openxmlformats.org/officeDocument/2006/relationships/notesMaster" Target="/ppt/notesMasters/notesMaster1.xml" Id="Rdeed1f0a506045a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fe18128c6e9463b" /><Relationship Type="http://schemas.openxmlformats.org/officeDocument/2006/relationships/notesMaster" Target="/ppt/notesMasters/notesMaster1.xml" Id="R3fe09fc2a0964a6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45c7b2948794a63" /><Relationship Type="http://schemas.openxmlformats.org/officeDocument/2006/relationships/notesMaster" Target="/ppt/notesMasters/notesMaster1.xml" Id="R86718b148ac549e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479e9d6712c4fc3" /><Relationship Type="http://schemas.openxmlformats.org/officeDocument/2006/relationships/notesMaster" Target="/ppt/notesMasters/notesMaster1.xml" Id="Re979fc3b118d407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3b2261cfe584ae4" /><Relationship Type="http://schemas.openxmlformats.org/officeDocument/2006/relationships/notesMaster" Target="/ppt/notesMasters/notesMaster1.xml" Id="R29d88f57a2a443d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8bb6cd940e64a76" /><Relationship Type="http://schemas.openxmlformats.org/officeDocument/2006/relationships/notesMaster" Target="/ppt/notesMasters/notesMaster1.xml" Id="Rbd4ac30aab114ae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943ed9d2a574275" /><Relationship Type="http://schemas.openxmlformats.org/officeDocument/2006/relationships/notesMaster" Target="/ppt/notesMasters/notesMaster1.xml" Id="Re5075bc7a784487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6daee7bd4ae4938" /><Relationship Type="http://schemas.openxmlformats.org/officeDocument/2006/relationships/notesMaster" Target="/ppt/notesMasters/notesMaster1.xml" Id="Rbaa25b266d6c43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這份簡報說明新版 Verilog。重點是用 MCDPT 的概念做簡化：把人物影像轉成特徵向量，再比較距離並用門檻判斷是否同一人。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 MCDPT 使用 OpenVINO 的人物偵測與人物再辨識模型。Verilog 版無法在短時間內完整重做神經網路，所以保留演算法骨架。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這版仍是陽春版，但不只是比亮度。它使用 RGB 統計、dominant color、飽和度、面積、中心點與鄰近 pixel 顏色差。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特徵向量是這個 Verilog 版本的核心。原本 MCDPT 用神經網路產生特徵，這裡改成手寫 RGB 統計特徵，讓硬體容易實作。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測試結果表示這個簡化框架能分辨相似與不同案例。它不能代表真實資料集準確率，但能證明資料路徑與決策邏輯有效。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mcdpt_two_image_reid_top.v 第 1-16 行。</a:t>
            </a:r>
          </a:p>
          <a:p xmlns:a="http://schemas.openxmlformats.org/drawingml/2006/main">
            <a:r>
              <a:t>第 1-16 行設定時間單位、模組名稱與可調參數。這些參數讓同一套邏輯未來可以改影像大小或門檻。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mcdpt_two_image_reid_top.v 第 17-32 行。</a:t>
            </a:r>
          </a:p>
          <a:p xmlns:a="http://schemas.openxmlformats.org/drawingml/2006/main">
            <a:r>
              <a:t>第 17-32 行是頂層介面。`load_image_a` 與 `load_image_b` 代表何時把抽出的 feature 存進 track。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mcdpt_two_image_reid_top.v 第 33-48 行。</a:t>
            </a:r>
          </a:p>
          <a:p xmlns:a="http://schemas.openxmlformats.org/drawingml/2006/main">
            <a:r>
              <a:t>第 33-48 行把 A 圖接到 `mcdpt_feature_extractor`。這對應 MCDPT 裡把 crop 後人物影像轉成 re-ID embedding 的步驟。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mcdpt_two_image_reid_top.v 第 49-64 行。</a:t>
            </a:r>
          </a:p>
          <a:p xmlns:a="http://schemas.openxmlformats.org/drawingml/2006/main">
            <a:r>
              <a:t>第 49-64 行把 B 圖接到另一個 extractor。兩路共用同一種 feature 定義，距離比較才有意義。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mcdpt_two_image_reid_top.v 第 65-80 行。</a:t>
            </a:r>
          </a:p>
          <a:p xmlns:a="http://schemas.openxmlformats.org/drawingml/2006/main">
            <a:r>
              <a:t>第 65-80 行對應 MCDPT 的 `Track.f_avg`。如果 A 圖有效，就把目前 feature 存入或混入平均特徵。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mcdpt_two_image_reid_top.v 第 81-93 行。</a:t>
            </a:r>
          </a:p>
          <a:p xmlns:a="http://schemas.openxmlformats.org/drawingml/2006/main">
            <a:r>
              <a:t>第 81-93 行完成 B track 與跨圖比對。這是簡化版 `_merge_all()` 的最後決策。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mcdpt_feature_extractor.v 第 1-16 行。</a:t>
            </a:r>
          </a:p>
          <a:p xmlns:a="http://schemas.openxmlformats.org/drawingml/2006/main">
            <a:r>
              <a:t>第 1-16 行決定影像大小、RGB bit 數、feature 數量、前景門檻與邊緣門檻。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mcdpt_feature_extractor.v 第 17-32 行。</a:t>
            </a:r>
          </a:p>
          <a:p xmlns:a="http://schemas.openxmlformats.org/drawingml/2006/main">
            <a:r>
              <a:t>第 17-32 行準備 RGB 拆解和鄰居 pixel 比較需要的暫存變數。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mcdpt_feature_extractor.v 第 33-48 行。</a:t>
            </a:r>
          </a:p>
          <a:p xmlns:a="http://schemas.openxmlformats.org/drawingml/2006/main">
            <a:r>
              <a:t>第 33-48 行是 feature 的原始統計量。最後會被壓縮成 16 個 8-bit feature。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mcdpt_feature_extractor.v 第 49-64 行。</a:t>
            </a:r>
          </a:p>
          <a:p xmlns:a="http://schemas.openxmlformats.org/drawingml/2006/main">
            <a:r>
              <a:t>第 49-64 行處理 Verilog bus indexing。這讓後面的迴圈可以用 pixel index 讀顏色。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mcdpt_feature_extractor.v 第 65-80 行。</a:t>
            </a:r>
          </a:p>
          <a:p xmlns:a="http://schemas.openxmlformats.org/drawingml/2006/main">
            <a:r>
              <a:t>第 65-80 行提供顏色分析的基本函式。這不是只看灰階，而是保留 RGB 通道差異。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mcdpt_feature_extractor.v 第 81-96 行。</a:t>
            </a:r>
          </a:p>
          <a:p xmlns:a="http://schemas.openxmlformats.org/drawingml/2006/main">
            <a:r>
              <a:t>第 81-96 行做硬體常用的絕對差與飽和輸出。值太大時用 255 表示上限。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mcdpt_feature_extractor.v 第 97-112 行。</a:t>
            </a:r>
          </a:p>
          <a:p xmlns:a="http://schemas.openxmlformats.org/drawingml/2006/main">
            <a:r>
              <a:t>第 97-112 行初始化輸出和所有統計量，避免上一張圖的資料殘留。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mcdpt_feature_extractor.v 第 113-128 行。</a:t>
            </a:r>
          </a:p>
          <a:p xmlns:a="http://schemas.openxmlformats.org/drawingml/2006/main">
            <a:r>
              <a:t>第 113-128 行開始逐 pixel 處理。`FG_THRESHOLD` 用來排除太暗的背景點。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mcdpt_feature_extractor.v 第 129-144 行。</a:t>
            </a:r>
          </a:p>
          <a:p xmlns:a="http://schemas.openxmlformats.org/drawingml/2006/main">
            <a:r>
              <a:t>第 129-144 行把有效 pixel 加進前景統計。上半身和下半身用 y 座標切開。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mcdpt_feature_extractor.v 第 145-160 行。</a:t>
            </a:r>
          </a:p>
          <a:p xmlns:a="http://schemas.openxmlformats.org/drawingml/2006/main">
            <a:r>
              <a:t>第 145-160 行用簡單條件描述顏色特徵。紅色明顯大於其他通道時，紅色 dominant 會加一。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mcdpt_feature_extractor.v 第 161-176 行。</a:t>
            </a:r>
          </a:p>
          <a:p xmlns:a="http://schemas.openxmlformats.org/drawingml/2006/main">
            <a:r>
              <a:t>第 161-176 行加入綠色、藍色統計與右鄰居差分。這是從像素鄰近差異取得輪廓感。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mcdpt_feature_extractor.v 第 177-192 行。</a:t>
            </a:r>
          </a:p>
          <a:p xmlns:a="http://schemas.openxmlformats.org/drawingml/2006/main">
            <a:r>
              <a:t>第 177-192 行補上垂直方向差分。顏色變化很大的地方通常代表人物邊界或衣服紋理。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mcdpt_feature_extractor.v 第 193-208 行。</a:t>
            </a:r>
          </a:p>
          <a:p xmlns:a="http://schemas.openxmlformats.org/drawingml/2006/main">
            <a:r>
              <a:t>第 193-208 行輸出 feature vector。除法和倍率用來把統計值壓到 8-bit 範圍。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mcdpt_feature_extractor.v 第 209-211 行。</a:t>
            </a:r>
          </a:p>
          <a:p xmlns:a="http://schemas.openxmlformats.org/drawingml/2006/main">
            <a:r>
              <a:t>第 209-211 行是結尾。真正的特徵輸出已在前一個區塊完成。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mcdpt_track_average.v 第 1-16 行。</a:t>
            </a:r>
          </a:p>
          <a:p xmlns:a="http://schemas.openxmlformats.org/drawingml/2006/main">
            <a:r>
              <a:t>第 1-16 行定義 clock、reset、更新訊號、新 feature、有效旗標與平均 feature 輸出。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mcdpt_track_average.v 第 17-32 行。</a:t>
            </a:r>
          </a:p>
          <a:p xmlns:a="http://schemas.openxmlformats.org/drawingml/2006/main">
            <a:r>
              <a:t>第 17-32 行處理同步更新。`valid` 用來表示 track 裡是否已經有可信 feature。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mcdpt_track_average.v 第 33-38 行。</a:t>
            </a:r>
          </a:p>
          <a:p xmlns:a="http://schemas.openxmlformats.org/drawingml/2006/main">
            <a:r>
              <a:t>第 33-38 行完成 IIR 平均更新。`&gt;&gt; 2` 等於除以 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mcdpt_feature_distance.v 第 1-16 行。</a:t>
            </a:r>
          </a:p>
          <a:p xmlns:a="http://schemas.openxmlformats.org/drawingml/2006/main">
            <a:r>
              <a:t>第 1-16 行設定 feature 寬度與距離輸出寬度。這裡取代原始 MCDPT 的 cosine distance。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mcdpt_feature_distance.v 第 17-31 行。</a:t>
            </a:r>
          </a:p>
          <a:p xmlns:a="http://schemas.openxmlformats.org/drawingml/2006/main">
            <a:r>
              <a:t>第 17-31 行是 sum of absolute differences。距離越小代表越相似，距離越大代表差異越明顯。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mcdpt_global_matcher.v 第 1-16 行。</a:t>
            </a:r>
          </a:p>
          <a:p xmlns:a="http://schemas.openxmlformats.org/drawingml/2006/main">
            <a:r>
              <a:t>第 1-16 行定義 local/remote feature 和 valid 訊號。這對應跨攝影機比對。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mcdpt_global_matcher.v 第 17-28 行。</a:t>
            </a:r>
          </a:p>
          <a:p xmlns:a="http://schemas.openxmlformats.org/drawingml/2006/main">
            <a:r>
              <a:t>第 17-28 行完成最後判斷。這是簡化版 MCDPT global track merge。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tb_mcdpt_two_image_reid.v 第 1-16 行。</a:t>
            </a:r>
          </a:p>
          <a:p xmlns:a="http://schemas.openxmlformats.org/drawingml/2006/main">
            <a:r>
              <a:t>第 1-16 行建立模擬環境，不屬於正式硬體頂層。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tb_mcdpt_two_image_reid.v 第 17-32 行。</a:t>
            </a:r>
          </a:p>
          <a:p xmlns:a="http://schemas.openxmlformats.org/drawingml/2006/main">
            <a:r>
              <a:t>第 17-32 行把測試訊號接進待測設計。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tb_mcdpt_two_image_reid.v 第 33-48 行。</a:t>
            </a:r>
          </a:p>
          <a:p xmlns:a="http://schemas.openxmlformats.org/drawingml/2006/main">
            <a:r>
              <a:t>第 33-48 行讓模擬可以產生週期性 clock。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tb_mcdpt_two_image_reid.v 第 49-64 行。</a:t>
            </a:r>
          </a:p>
          <a:p xmlns:a="http://schemas.openxmlformats.org/drawingml/2006/main">
            <a:r>
              <a:t>第 49-64 行準備測試資料。背景先填成很暗，讓 foreground threshold 排除。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tb_mcdpt_two_image_reid.v 第 65-80 行。</a:t>
            </a:r>
          </a:p>
          <a:p xmlns:a="http://schemas.openxmlformats.org/drawingml/2006/main">
            <a:r>
              <a:t>第 65-80 行建立 similar person case，並用 load 訊號把兩張圖寫入 track average。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tb_mcdpt_two_image_reid.v 第 81-96 行。</a:t>
            </a:r>
          </a:p>
          <a:p xmlns:a="http://schemas.openxmlformats.org/drawingml/2006/main">
            <a:r>
              <a:t>第 81-96 行驗證相似影像應該得到 `same_person=1`。實際模擬 distance 為 31。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tb_mcdpt_two_image_reid.v 第 97-112 行。</a:t>
            </a:r>
          </a:p>
          <a:p xmlns:a="http://schemas.openxmlformats.org/drawingml/2006/main">
            <a:r>
              <a:t>第 97-112 行建立 different person case。這用來證明設計不是永遠輸出 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tb_mcdpt_two_image_reid.v 第 113-128 行。</a:t>
            </a:r>
          </a:p>
          <a:p xmlns:a="http://schemas.openxmlformats.org/drawingml/2006/main">
            <a:r>
              <a:t>第 113-128 行驗證不同影像應該得到 `same_person=0`。實際模擬 distance 為 631。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tb_mcdpt_two_image_reid.v 第 129-129 行。</a:t>
            </a:r>
          </a:p>
          <a:p xmlns:a="http://schemas.openxmlformats.org/drawingml/2006/main">
            <a:r>
              <a:t>第 129 行關閉 module。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這張可當口頭答辯備用。重點是誠實說明它是簡化原型，但演算法骨架和 MCDPT 對得上。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8ff79a9e94c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7ce51520464e95" /><Relationship Type="http://schemas.openxmlformats.org/officeDocument/2006/relationships/slideLayout" Target="/ppt/slideLayouts/slideLayout1.xml" Id="R50f1779732d649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f1779732d649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6caab2e254f50" /><Relationship Type="http://schemas.openxmlformats.org/officeDocument/2006/relationships/notesSlide" Target="/ppt/notesSlides/notesSlide1.xml" Id="R12aba23bc35246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50b10a47640f7" /><Relationship Type="http://schemas.openxmlformats.org/officeDocument/2006/relationships/notesSlide" Target="/ppt/notesSlides/notesSlide2.xml" Id="Rb589c966247c4d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2f37de21f497a" /><Relationship Type="http://schemas.openxmlformats.org/officeDocument/2006/relationships/notesSlide" Target="/ppt/notesSlides/notesSlide3.xml" Id="R45a80bc4fae346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0d35de4644b4f" /><Relationship Type="http://schemas.openxmlformats.org/officeDocument/2006/relationships/notesSlide" Target="/ppt/notesSlides/notesSlide4.xml" Id="Rb1ee7850482c4f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fa28446af45d7" /><Relationship Type="http://schemas.openxmlformats.org/officeDocument/2006/relationships/notesSlide" Target="/ppt/notesSlides/notesSlide5.xml" Id="Rba109fd4004e4a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566ba82ac4151" /><Relationship Type="http://schemas.openxmlformats.org/officeDocument/2006/relationships/image" Target="/ppt/media/image.png" Id="Re4d3b5fda62441ee" /><Relationship Type="http://schemas.openxmlformats.org/officeDocument/2006/relationships/notesSlide" Target="/ppt/notesSlides/notesSlide6.xml" Id="Ra697923f7f7040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7851737e74c23" /><Relationship Type="http://schemas.openxmlformats.org/officeDocument/2006/relationships/image" Target="/ppt/media/image2.png" Id="R8119f03719f84e58" /><Relationship Type="http://schemas.openxmlformats.org/officeDocument/2006/relationships/notesSlide" Target="/ppt/notesSlides/notesSlide7.xml" Id="R3ac86d2421484b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78b16f82f4093" /><Relationship Type="http://schemas.openxmlformats.org/officeDocument/2006/relationships/image" Target="/ppt/media/image3.png" Id="R966197439b1049fe" /><Relationship Type="http://schemas.openxmlformats.org/officeDocument/2006/relationships/notesSlide" Target="/ppt/notesSlides/notesSlide8.xml" Id="R28c6af35b0a146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67c9e1f244f51" /><Relationship Type="http://schemas.openxmlformats.org/officeDocument/2006/relationships/image" Target="/ppt/media/image4.png" Id="R7a67e350ad584596" /><Relationship Type="http://schemas.openxmlformats.org/officeDocument/2006/relationships/notesSlide" Target="/ppt/notesSlides/notesSlide9.xml" Id="Re614502baabb41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548aa0c614a63" /><Relationship Type="http://schemas.openxmlformats.org/officeDocument/2006/relationships/image" Target="/ppt/media/image5.png" Id="R51bee474da1844d9" /><Relationship Type="http://schemas.openxmlformats.org/officeDocument/2006/relationships/notesSlide" Target="/ppt/notesSlides/notesSlide10.xml" Id="Rb8e72871c75240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eb87d1dc4445c" /><Relationship Type="http://schemas.openxmlformats.org/officeDocument/2006/relationships/image" Target="/ppt/media/image6.png" Id="R593f90a96be9458a" /><Relationship Type="http://schemas.openxmlformats.org/officeDocument/2006/relationships/notesSlide" Target="/ppt/notesSlides/notesSlide11.xml" Id="Re8ca5ea02f664a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dfeb19d9841dd" /><Relationship Type="http://schemas.openxmlformats.org/officeDocument/2006/relationships/image" Target="/ppt/media/image7.png" Id="R87e71cf23f7b4b1a" /><Relationship Type="http://schemas.openxmlformats.org/officeDocument/2006/relationships/notesSlide" Target="/ppt/notesSlides/notesSlide12.xml" Id="R7b4161ccc20945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618f53a2244cc" /><Relationship Type="http://schemas.openxmlformats.org/officeDocument/2006/relationships/image" Target="/ppt/media/image8.png" Id="R1e613eb076ac4c35" /><Relationship Type="http://schemas.openxmlformats.org/officeDocument/2006/relationships/notesSlide" Target="/ppt/notesSlides/notesSlide13.xml" Id="Rdd8f9f7f052148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3a579a5cd47af" /><Relationship Type="http://schemas.openxmlformats.org/officeDocument/2006/relationships/image" Target="/ppt/media/image9.png" Id="R6cbdabf9bda1434d" /><Relationship Type="http://schemas.openxmlformats.org/officeDocument/2006/relationships/notesSlide" Target="/ppt/notesSlides/notesSlide14.xml" Id="R628b06aadbcb42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1210da8c84fd3" /><Relationship Type="http://schemas.openxmlformats.org/officeDocument/2006/relationships/image" Target="/ppt/media/image10.png" Id="R4a60fae1b8bb4010" /><Relationship Type="http://schemas.openxmlformats.org/officeDocument/2006/relationships/notesSlide" Target="/ppt/notesSlides/notesSlide15.xml" Id="R15bd2d30f9f84c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fe866617e4b07" /><Relationship Type="http://schemas.openxmlformats.org/officeDocument/2006/relationships/image" Target="/ppt/media/image11.png" Id="R19ef10934cbf44bf" /><Relationship Type="http://schemas.openxmlformats.org/officeDocument/2006/relationships/notesSlide" Target="/ppt/notesSlides/notesSlide16.xml" Id="R89e3a2e53a3541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176cb6d9145fc" /><Relationship Type="http://schemas.openxmlformats.org/officeDocument/2006/relationships/image" Target="/ppt/media/image12.png" Id="R2155356349a140c9" /><Relationship Type="http://schemas.openxmlformats.org/officeDocument/2006/relationships/notesSlide" Target="/ppt/notesSlides/notesSlide17.xml" Id="Rf305de8b397d48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f88675cb64ec5" /><Relationship Type="http://schemas.openxmlformats.org/officeDocument/2006/relationships/image" Target="/ppt/media/image13.png" Id="R45d32d4b22f946ba" /><Relationship Type="http://schemas.openxmlformats.org/officeDocument/2006/relationships/notesSlide" Target="/ppt/notesSlides/notesSlide18.xml" Id="R041401070ad243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07b87d8e843b1" /><Relationship Type="http://schemas.openxmlformats.org/officeDocument/2006/relationships/image" Target="/ppt/media/image14.png" Id="R29ea518e33074f73" /><Relationship Type="http://schemas.openxmlformats.org/officeDocument/2006/relationships/notesSlide" Target="/ppt/notesSlides/notesSlide19.xml" Id="R383f62e031d445c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8cccc3ca44539" /><Relationship Type="http://schemas.openxmlformats.org/officeDocument/2006/relationships/image" Target="/ppt/media/image15.png" Id="R993b8713d6af4e35" /><Relationship Type="http://schemas.openxmlformats.org/officeDocument/2006/relationships/notesSlide" Target="/ppt/notesSlides/notesSlide20.xml" Id="R11276fe812b5429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4c43794854f6b" /><Relationship Type="http://schemas.openxmlformats.org/officeDocument/2006/relationships/image" Target="/ppt/media/image16.png" Id="Re520e544714b41f1" /><Relationship Type="http://schemas.openxmlformats.org/officeDocument/2006/relationships/notesSlide" Target="/ppt/notesSlides/notesSlide21.xml" Id="Rf81074f4d4e34e8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7d659f0234314" /><Relationship Type="http://schemas.openxmlformats.org/officeDocument/2006/relationships/image" Target="/ppt/media/image17.png" Id="Rcacce87454324d16" /><Relationship Type="http://schemas.openxmlformats.org/officeDocument/2006/relationships/notesSlide" Target="/ppt/notesSlides/notesSlide22.xml" Id="R2ddb7f8624f048f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7656a211c4215" /><Relationship Type="http://schemas.openxmlformats.org/officeDocument/2006/relationships/image" Target="/ppt/media/image18.png" Id="Rddbea03ff98448a0" /><Relationship Type="http://schemas.openxmlformats.org/officeDocument/2006/relationships/notesSlide" Target="/ppt/notesSlides/notesSlide23.xml" Id="R9f8c1173a3bc424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8d4af747a44d4" /><Relationship Type="http://schemas.openxmlformats.org/officeDocument/2006/relationships/image" Target="/ppt/media/image19.png" Id="R39e40551e8d94019" /><Relationship Type="http://schemas.openxmlformats.org/officeDocument/2006/relationships/notesSlide" Target="/ppt/notesSlides/notesSlide24.xml" Id="R2e5b755aa8a0443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a6440304e4eca" /><Relationship Type="http://schemas.openxmlformats.org/officeDocument/2006/relationships/image" Target="/ppt/media/image20.png" Id="R4f9e63edf5bb4adf" /><Relationship Type="http://schemas.openxmlformats.org/officeDocument/2006/relationships/notesSlide" Target="/ppt/notesSlides/notesSlide25.xml" Id="R7806555f6e964f5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4d7c6173046a9" /><Relationship Type="http://schemas.openxmlformats.org/officeDocument/2006/relationships/image" Target="/ppt/media/image21.png" Id="R87fc2c5424c847df" /><Relationship Type="http://schemas.openxmlformats.org/officeDocument/2006/relationships/notesSlide" Target="/ppt/notesSlides/notesSlide26.xml" Id="R2c5f920389ae47d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1ceb43de445b8" /><Relationship Type="http://schemas.openxmlformats.org/officeDocument/2006/relationships/image" Target="/ppt/media/image22.png" Id="R9054c435728542a2" /><Relationship Type="http://schemas.openxmlformats.org/officeDocument/2006/relationships/notesSlide" Target="/ppt/notesSlides/notesSlide27.xml" Id="Rcf806beec2c14ee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71f567a954a7b" /><Relationship Type="http://schemas.openxmlformats.org/officeDocument/2006/relationships/image" Target="/ppt/media/image23.png" Id="R23caacc9714e4c40" /><Relationship Type="http://schemas.openxmlformats.org/officeDocument/2006/relationships/notesSlide" Target="/ppt/notesSlides/notesSlide28.xml" Id="Reeb184411ef8453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831e38a4b489e" /><Relationship Type="http://schemas.openxmlformats.org/officeDocument/2006/relationships/image" Target="/ppt/media/image24.png" Id="Rd30b129443d94c3b" /><Relationship Type="http://schemas.openxmlformats.org/officeDocument/2006/relationships/notesSlide" Target="/ppt/notesSlides/notesSlide29.xml" Id="R60ac571e3e854c5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3d44cbaf54fc9" /><Relationship Type="http://schemas.openxmlformats.org/officeDocument/2006/relationships/image" Target="/ppt/media/image25.png" Id="Ra5e47c9ea7ae40d1" /><Relationship Type="http://schemas.openxmlformats.org/officeDocument/2006/relationships/notesSlide" Target="/ppt/notesSlides/notesSlide30.xml" Id="R3e883442de91420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6abfb45304c3f" /><Relationship Type="http://schemas.openxmlformats.org/officeDocument/2006/relationships/image" Target="/ppt/media/image26.png" Id="R9b96ef161694421f" /><Relationship Type="http://schemas.openxmlformats.org/officeDocument/2006/relationships/notesSlide" Target="/ppt/notesSlides/notesSlide31.xml" Id="Rb3a1ef32b79042a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bd58334294048" /><Relationship Type="http://schemas.openxmlformats.org/officeDocument/2006/relationships/image" Target="/ppt/media/image27.png" Id="R792c2d1421a24042" /><Relationship Type="http://schemas.openxmlformats.org/officeDocument/2006/relationships/notesSlide" Target="/ppt/notesSlides/notesSlide32.xml" Id="Ra832e59cac64481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2302a584644b3" /><Relationship Type="http://schemas.openxmlformats.org/officeDocument/2006/relationships/image" Target="/ppt/media/image28.png" Id="R8af1092505464981" /><Relationship Type="http://schemas.openxmlformats.org/officeDocument/2006/relationships/notesSlide" Target="/ppt/notesSlides/notesSlide33.xml" Id="Ra81c75b6db344a8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a5f9fcd444f32" /><Relationship Type="http://schemas.openxmlformats.org/officeDocument/2006/relationships/image" Target="/ppt/media/image29.png" Id="R24400f558cdf43f1" /><Relationship Type="http://schemas.openxmlformats.org/officeDocument/2006/relationships/notesSlide" Target="/ppt/notesSlides/notesSlide34.xml" Id="R20ec9c3937cd4f5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f32bc22644a19" /><Relationship Type="http://schemas.openxmlformats.org/officeDocument/2006/relationships/image" Target="/ppt/media/image30.png" Id="R6e04944aef674ea1" /><Relationship Type="http://schemas.openxmlformats.org/officeDocument/2006/relationships/notesSlide" Target="/ppt/notesSlides/notesSlide35.xml" Id="R838c915b212f418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05f44721f4810" /><Relationship Type="http://schemas.openxmlformats.org/officeDocument/2006/relationships/image" Target="/ppt/media/image31.png" Id="Rfcba367cc7f2474d" /><Relationship Type="http://schemas.openxmlformats.org/officeDocument/2006/relationships/notesSlide" Target="/ppt/notesSlides/notesSlide36.xml" Id="R6cbacd45bb16499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082699a5d40e2" /><Relationship Type="http://schemas.openxmlformats.org/officeDocument/2006/relationships/image" Target="/ppt/media/image32.png" Id="R455e088b59e04a1f" /><Relationship Type="http://schemas.openxmlformats.org/officeDocument/2006/relationships/notesSlide" Target="/ppt/notesSlides/notesSlide37.xml" Id="R10bbee69c4be40b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f0736fa004907" /><Relationship Type="http://schemas.openxmlformats.org/officeDocument/2006/relationships/image" Target="/ppt/media/image33.png" Id="R99cf63b569314510" /><Relationship Type="http://schemas.openxmlformats.org/officeDocument/2006/relationships/notesSlide" Target="/ppt/notesSlides/notesSlide38.xml" Id="R5e1292488d174c9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57012c0264b93" /><Relationship Type="http://schemas.openxmlformats.org/officeDocument/2006/relationships/image" Target="/ppt/media/image34.png" Id="Rbd15689bbd6a40b3" /><Relationship Type="http://schemas.openxmlformats.org/officeDocument/2006/relationships/notesSlide" Target="/ppt/notesSlides/notesSlide39.xml" Id="R6ea4da9120dc47e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38b87ab03499d" /><Relationship Type="http://schemas.openxmlformats.org/officeDocument/2006/relationships/image" Target="/ppt/media/image35.png" Id="R2ed6ba8293804cea" /><Relationship Type="http://schemas.openxmlformats.org/officeDocument/2006/relationships/notesSlide" Target="/ppt/notesSlides/notesSlide40.xml" Id="Re121517a55fc41c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713e85bbd41f8" /><Relationship Type="http://schemas.openxmlformats.org/officeDocument/2006/relationships/image" Target="/ppt/media/image36.png" Id="R15440b7a320c4d5a" /><Relationship Type="http://schemas.openxmlformats.org/officeDocument/2006/relationships/notesSlide" Target="/ppt/notesSlides/notesSlide41.xml" Id="Raee8ba2c02bf4d0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9ead01c7d4b7d" /><Relationship Type="http://schemas.openxmlformats.org/officeDocument/2006/relationships/notesSlide" Target="/ppt/notesSlides/notesSlide42.xml" Id="R25b024e5b99c42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8A154-28A0-4C57-8DF5-993E6F4D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MCDPT 簡化 Verilog 實作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D7C17-F8E4-4DD4-A405-4564C971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兩張影像人物再辨識 testbench 原型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BBCF0-0BE1-468F-905D-2C576EFE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733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ACC2A-862D-487D-BAB0-21DC6535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RGB 圖片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43C9A-D6D5-439C-A1EC-71DB5B14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9719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26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BF855-2167-4508-BECB-FC10B83A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1733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692C4-8D58-4FC8-A9EB-4773C0A3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特徵向量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9761A-A6A6-46C3-A77B-1CAD54A5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719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26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E7D77-61AF-4539-A27F-431A61E0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14750"/>
            <a:ext cx="1733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0F6BE-52A3-415B-B444-F8DCB32F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862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平均特徵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27114-04FB-4349-835B-45AF808E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719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26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17F47-6CC4-48BE-AA7D-B593E883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1733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9B433-049D-4A83-A8DA-76B43A11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862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距離計算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5E455-65BA-473E-8767-997C0A60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719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26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5D761-72DE-40B3-B228-2264BA2F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14750"/>
            <a:ext cx="1733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39973-B488-422D-8D49-B45DBCE4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862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same_person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2DDEE-1313-4E85-9D6F-CDA77081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78135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F6D00-93E3-466D-9AC1-948C5F64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原始專題概念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5B023-41D6-4FC4-88E9-D1D2B0A0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 在 GitHub 專案中的主要流程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73C3C-B2B1-4EF1-A60D-76EC1415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3E90D-9082-40D9-8F98-37D1A544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10096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用模型在攝影機畫面中偵測人物</a:t>
            </a:r>
          </a:p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把偵測到的人裁切後轉成再辨識特徵向量</a:t>
            </a:r>
          </a:p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3. 單一攝影機內保存平均特徵與群集特徵</a:t>
            </a:r>
          </a:p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4. 不同攝影機之間交換人物特徵</a:t>
            </a:r>
          </a:p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5. 用餘弦距離與全域門檻判斷是否同一人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426A6-E6C5-41A1-B43F-551084C6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5180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44742-918B-4F8E-A33E-E49E0C83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Verilog 簡化策略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99F80-2483-4A91-B3A9-61F05CE8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保留演算法骨架，降低硬體實作難度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11692-68E5-4871-AB9F-E03DDC15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33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71A85-D8C7-4B9D-BB24-F83DBF1A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8x8 RGB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D7593-2267-48EE-988E-CD76B3D2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8764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26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C46F3-3F4E-472A-8629-6F806DA4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19250"/>
            <a:ext cx="1733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F18AB-9754-4417-93E9-E8C00F8B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907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16 個顏色特徵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6FCDC-CEFC-4BF7-A383-AE345219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764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26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04F0F-577B-4FB6-A8C5-E2AA024D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19250"/>
            <a:ext cx="1733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4685B-A9AF-4388-923A-99AABFD3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907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平均特徵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62461-1F8B-43B1-A1CC-9B11838C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8764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26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D17D7-4596-4E90-A9B5-62D401BA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19250"/>
            <a:ext cx="1733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8E99A-7091-4B65-8324-3A664A2B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SAD 距離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FEE2A-6D78-4EA3-A4C4-AC0EDE9C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764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26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76423-54DF-48DB-97EB-83BCD84B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19250"/>
            <a:ext cx="1733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4ECD4-8290-43B6-B243-1434E4CF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門檻輸出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D3EA0-F48B-414E-BE99-97EC8B81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5F7FF-1F11-4581-AC06-4A93D3D2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80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5803D"/>
                </a:solidFill>
                <a:latin typeface="Microsoft JhengHei"/>
                <a:ea typeface="Microsoft JhengHei"/>
                <a:cs typeface="Microsoft JhengHei"/>
              </a:rPr>
              <a:t>保留的部分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AAAC66-4F4B-4711-8F53-7D128042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特徵向量、追蹤平均特徵、距離比對、門檻判斷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CA2C9-707B-45A4-9852-F4AB3741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84997-3261-4120-B0E7-52DF6EB4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拿掉的部分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462B69-81B5-483F-A629-75271FC1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OpenVINO 神經網路、MQTT、多攝影機通訊、多人指派演算法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F0314-784D-41D1-91E2-FC789FB5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5606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C43FCC-53EB-4CA9-BB7F-77D3AAA6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特徵向量內容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020DE-DEC1-4071-8AE1-D8918804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每張圖會被壓縮成 16 個 8-bit 特徵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AFC78-F3C5-43D3-806B-79BF8D8C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0382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7370F-454B-4C1C-940E-1D643765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85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0-2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31A22-2210-41BB-8905-BBB66DC8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763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上半身 RGB 平均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9FC8A-14A1-4B91-AD84-9B2C5058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10382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B9F78-AB3B-4C91-8DE6-99A8B1C7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81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3-5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B56CC-BAED-459C-9CA4-0D84E511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716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下半身 RGB 平均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94AF0-6DAE-41D8-B048-BE28A893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19350"/>
            <a:ext cx="10382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AEA1A-ECB3-4FDE-B855-DB49159E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6-7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66E86-17B5-4AE5-AD5B-36BCF2E8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669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暗色與亮色 pixel 數量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D391A-48C6-4CB8-A810-7B64204A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10382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75137-9141-4737-B8D0-442A859D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71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8-10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BD03E-A849-414F-9181-93C41CE0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622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紅色、綠色、藍色主要像素數量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3873B-66AE-4C25-8EE2-9E32148A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09950"/>
            <a:ext cx="10382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4DBC0-A536-4ECF-B9C7-3D53A849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67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67970-BD84-4706-97EA-649F6502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575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平均飽和度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003B0B-8EBD-4A0E-9946-162B2341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10382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B179A-51E7-4FDF-BD7D-EB97E902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62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C5CDA4-2DD3-439A-A0B8-C04198A7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528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邊緣數量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5AF49-C769-4A01-98E7-4C18B90D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00550"/>
            <a:ext cx="10382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F9F0C4-9AA6-4784-8918-990D73F3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57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7E53F6-4A2B-48CC-BC53-53C6CC9D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481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前景面積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676804-D720-428C-952B-CEB6DC9D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95850"/>
            <a:ext cx="10382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3FDA82-A6B9-4515-8F47-C2A32AFA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53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14-15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62FA63-06B3-4641-865F-6B19C083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434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前景中心 x/y 位置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39929B-47D9-42E2-B411-F4114920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31367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1F67D-19BB-43DB-B8BE-FA13760F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模擬驗證結果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A1A48-61BA-4FEC-849C-902960D0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Vivado 2017.2 xsim 測試通過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233EA-435F-4CA3-BD16-9CD47A73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906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E5BCC-8E89-47A8-A1F4-4F96BF99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80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803D"/>
                </a:solidFill>
                <a:latin typeface="Microsoft JhengHei"/>
                <a:ea typeface="Microsoft JhengHei"/>
                <a:cs typeface="Microsoft JhengHei"/>
              </a:rPr>
              <a:t>案例 1：相似紅棕色人物區塊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C8EFD-B295-4124-8566-64AF4C5A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距離 = 31，same_person =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20CCA-AD7D-44A0-9385-13F0FC62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9906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012E4-A21D-4794-80F5-147CECBC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909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案例 2：紅棕色人物對藍色人物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1DAE4-38E3-4102-9A12-4940D26A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90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距離 = 631，same_person =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C9232-5CBC-4AA4-85D0-BB70656D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距離小代表特徵相近，距離大代表外觀差異明顯。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5105D-7972-45D8-BC78-4BD6A78C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57820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3D5C1-241E-43EB-8C84-4A0FDDAF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頂層整合：第 1-16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24211-B8F8-4B5A-BC04-A30A597F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mcdpt_two_image_reid_top.v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3b5fda62441ee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9DD89-9272-4C89-87A0-3BB61970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5EBF2-1708-4457-B761-9D213E8C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A6136-EC9D-4B03-A9A8-2085CDCF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宣告頂層模組與影像、特徵、門檻參數。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這裡決定測試尺寸是 8x8 RGB，特徵向量有 16 個 8-bit 特徵。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B4318-D783-4FFD-908A-5765912C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行號：1-16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582FF-756B-4680-9735-945194DD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8694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D27F0-48F4-41A6-9E5E-DB9C0327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頂層整合：第 17-32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69401-0A9E-4D64-AE50-ED0A24C5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mcdpt_two_image_reid_top.v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9f03719f84e58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93A72-E58F-488B-A791-CF1D7903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AD043-89BE-4379-92CA-D2BA7539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1D2F4-5F30-4AF0-A7F3-0FFF657C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宣告輸入輸出腳位。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兩張圖片分別用 `image_a_rgb` 和 `image_b_rgb` 傳入，結果用 `same_person` 輸出。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BEBD2-23F9-49C2-AAEB-1AA1A600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行號：17-32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2E5F5-12A0-4CFD-8086-193FA91C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156847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05160-F019-49D9-8330-6EB3C73E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頂層整合：第 33-48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07DDB-D8A6-4B90-AA11-5E48F1CB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mcdpt_two_image_reid_top.v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197439b1049fe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9B947-785E-4DD2-B664-EADF429D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C9863-3645-4089-BEA4-149504DC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19CE8-8810-43D0-BEEF-B50D3CD7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建立第一個特徵擷取器。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A 圖會被轉換成 `image_a_feature`，同時產生是否有人物的旗標。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6A764-927C-4816-934E-8FBA0E57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行號：33-48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6C08F-3840-4E6D-BAA5-F1DE4FCF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47653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41F9C-6240-4D4D-9CB7-A05CB83C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頂層整合：第 49-64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7D607-A466-4788-9D96-47428155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mcdpt_two_image_reid_top.v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7e350ad584596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B71C7-879A-4CFB-BE80-0EF5C67C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2D86E-B870-4AA8-BAF2-ECEFB1DD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4F8E0-0082-42D1-A540-AA3581C4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建立第二個特徵擷取器。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B 圖走同樣邏輯，確保兩張圖用完全相同的特徵規則比較。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13AAF-134B-42BA-B7B0-D6FC36A6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行號：49-64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23968-E4A0-4D7B-A0D0-AB1116C9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465817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C8A2D-1356-4F71-957C-7E731019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頂層整合：第 65-80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BD82B-1B4E-4B0E-A892-530C0752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mcdpt_two_image_reid_top.v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ee474da1844d9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2D202-33CE-4D4F-861B-A7BECB7C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EEC86-AB21-4EDE-85AB-306B98D2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82DB7-7E7A-49B2-B6A3-F6BAE41D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建立 A 追蹤資料的平均特徵。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`update_en` 同時要求載入訊號和 `person_present`，避免空圖更新。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E1426-EED4-4D76-AFC8-64976B39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行號：65-80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E533A-9BF1-4529-B730-6C361132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83382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F09D6-9AEF-4DDD-A78A-552762A6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頂層整合：第 81-93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12F67-ADA3-440A-9641-61961152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mcdpt_two_image_reid_top.v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f90a96be9458a"/>
          <a:stretch xmlns:a="http://schemas.openxmlformats.org/drawingml/2006/main"/>
        </p:blipFill>
        <p:spPr>
          <a:xfrm xmlns:a="http://schemas.openxmlformats.org/drawingml/2006/main">
            <a:off x="419100" y="2434590"/>
            <a:ext cx="7810500" cy="26555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09BBD-AC1D-4C2E-B3BE-0C550A95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C7A48-B74D-4210-BBD3-0159E0D5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BF35E-32AA-4685-A350-4C7EDB72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建立 B 追蹤資料的平均特徵，最後接上全域比對器。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比對器輸出 `global_distance` 與 `same_person`。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003AF-4A8E-482C-BAEA-27312C36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行號：81-93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3F327-5290-40C8-86D9-D2F9DD76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114172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B1856-972B-4318-B738-AC57BCAD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影像特徵擷取：第 1-16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72BC9-D25D-496B-91EC-CFC27752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mcdpt_feature_extractor.v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71cf23f7b4b1a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4A6D8-1D37-4D61-BF44-B8F8F541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44F61-83B1-4167-AF70-8C082589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60AEF-D0A5-4181-85BA-845C8CE8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宣告特徵擷取器的參數和介面。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`image_rgb` 是整張 8x8 RGB 圖，`feature_vec` 是輸出的 16 維特徵。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AC203-E9C9-449A-BEEF-82E8A66F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行號：1-16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81B10-A781-4BA3-8CB2-1617ED65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003274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DC3F9-F585-4630-A2FC-D1F2DD1E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影像特徵擷取：第 17-32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6A618-B4FF-4392-806A-CEDF704D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mcdpt_feature_extractor.v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13eb076ac4c35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1C565-2548-40B1-A5F9-90AC481F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FC19F-4E25-488E-8ADA-7B1E3066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F501A-C0E0-4BBD-857A-5E216233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宣告掃描 pixel 需要的座標與暫存器。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`x`、`y`、`idx` 用來走訪 64 個 pixel。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466E5-B72F-4FDC-A762-661C3DCA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行號：17-32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0F7DA-1C07-4D78-8FA0-85FF6286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81492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34266-68F9-4539-A440-ED075F6F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影像特徵擷取：第 33-48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45D04-3455-4052-BCED-B8813960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mcdpt_feature_extractor.v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dabf9bda1434d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7ECF7-DC92-4A48-B098-05724E25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E1C73-DE40-47F9-B5D2-89D067AA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14570-3D94-48E0-BD6B-267526BF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建立所有累加器。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上半身、下半身、主要顏色、飽和度、邊緣、面積與中心位置都在這裡累加。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99AEF-74A4-4CD7-8222-FF374DE3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行號：33-48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92EE0-9A06-4482-8328-8F9DF9E4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382299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F9A62-8A23-4A8B-826A-86D230EB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影像特徵擷取：第 49-64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FEDA5-037E-47A3-97B6-405C5E4E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mcdpt_feature_extractor.v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0fae1b8bb4010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C0104-171F-40AB-A88A-3742C91C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5674-ED6A-4B8F-8016-963B8A1D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7E1B4-7440-4828-BB3A-E4AA75CB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`get_r/get_g/get_b` 從攤平的影像 bus 抽出 RGB。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每個 pixel 24 bits，順序是 R、G、B。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95436-1FC9-4CEE-8C47-0157908E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行號：49-64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BE311-1007-4207-B6EB-36EDDDDA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868506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2D72F-C194-4A82-9B53-58466131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影像特徵擷取：第 65-80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28B63-F297-4DF0-8A5F-7AE8E658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mcdpt_feature_extractor.v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f10934cbf44bf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9BB54-AAB8-461C-9E36-6AD48E2F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42519-B8DB-4E64-A0B1-440237AD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F60A2-DE40-42B1-81A7-B3FEEF91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`max3` 和 `min3` 找出一個 pixel 的最大與最小色彩通道。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最大值可當亮度近似，最大減最小可當飽和度近似。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1F5FA-FB66-4ABC-80C3-3C00BF45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行號：65-80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6F295-7ACB-4468-9418-8D3EA492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795296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A363E-DC91-4641-947A-E5355283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影像特徵擷取：第 81-96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15893-80C8-4D74-912E-4BF0CC3B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mcdpt_feature_extractor.v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5356349a140c9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355E8-D5E5-48EE-9DC2-81E6980E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78525-BAF0-4043-B6F5-85FFACCF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C56AF-2E6C-4DC2-A06B-B14CDB8D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`abs_diff` 計算兩個通道差距。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`put_feature` 把 16-bit 統計量塞回 8-bit feature vector。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DEFBD-A2F1-4F30-A5E4-C0811932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行號：81-96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0A6A4-035C-4BDF-B544-70D878B9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134426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F186C-D0A7-472B-9CBD-4C7CBECE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影像特徵擷取：第 97-112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B2325-1724-470E-B6F6-2E74C2F6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mcdpt_feature_extractor.v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32d4b22f946ba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289DC-B8D0-4372-AAF9-31BD081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72DD5-8A81-44DE-99BC-45C814B6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63324-4A36-4FF2-BF5B-7A946821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進入組合邏輯的特徵擷取。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每次影像資料改變，就把所有累加器清零重新掃描。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42B91-2103-4F40-846B-EFBF0FD5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行號：97-112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091AD-1BAE-459E-B5E7-8EB4EABF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49665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6B345-0771-4A22-8768-D5A34AFA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影像特徵擷取：第 113-128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B3AD4-BBFD-431F-9AD1-1C7C4C52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mcdpt_feature_extractor.v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a518e33074f73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C0FDC-B30F-48BA-8E36-B20C2356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037D3-7315-44BD-BF88-990A9F1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4808E-21FF-4A82-AACF-103B912D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用雙層迴圈掃描 8x8 圖。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每個 pixel 取出 RGB，計算最大與最小色彩通道。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18328-17D9-4BFA-BF56-1A324BD8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行號：113-128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F30BC-BFAC-4009-BC44-35898A06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984000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96EE4-8B5F-4FA2-9618-33544AEB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影像特徵擷取：第 129-144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9B165-02C9-4931-9272-133A19B0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mcdpt_feature_extractor.v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b8713d6af4e35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B72F5-7DA2-4B39-B81F-07F7B5B9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EEDCD-8B4C-4806-8A3A-97738EC7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50007-A3FE-4F4D-B00E-B2EC75CF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只對前景 pixel 累加特徵。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同時記錄面積、中心座標與顏色飽和度。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C2073-39BE-4921-8587-9B2F559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行號：129-144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AD802-5F81-4461-A564-959438B8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8954457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2003E-9D3B-4340-B455-D5873F53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影像特徵擷取：第 145-160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B70FE-3115-4531-91BD-5130B6A9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mcdpt_feature_extractor.v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0e544714b41f1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FE5EF-28F2-4FD2-8ED5-506729BB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AF692-1FB7-4B1B-B582-95643512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731A2-FECB-4B0B-B930-72A125DD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分類暗點、亮點與紅色主要像素。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這些數量會成為人物外觀的一部分。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36894-4EC5-4E4B-9EE5-2AADF574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行號：145-160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BD84D-E3E2-4C25-802B-4331B2C4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665193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1019C-E9C1-4193-93A6-3985885D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影像特徵擷取：第 161-176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1AF0A-BACB-415A-8AA3-657B2435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mcdpt_feature_extractor.v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ce87454324d16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B7C54-5BFB-480F-A6DC-82CF62B4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8BB8C-B971-4040-9D8A-7332FC71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68639-448F-47BE-8E7D-02AA052E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分類綠色與藍色主要像素。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再比較右邊鄰居，計算水平顏色邊緣。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56B24-3DA2-49D9-ADBD-AE27964A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行號：161-176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642FB-3524-40E9-A06C-58A31812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415667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C4148-18AD-4267-9EB4-327BA411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影像特徵擷取：第 177-192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BF52B-36ED-4FBB-B826-70A2105F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mcdpt_feature_extractor.v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ea03ff98448a0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798D3-C761-40C4-ADC2-5CDCB8D2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3C309-A0E4-4089-926B-FDA4C4CC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B4374-B63F-4D2E-A8C4-B9FEF32C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比較下方鄰居，計算垂直顏色邊緣。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水平加垂直的邊緣數量成為 feature 之一。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5FB9F-B664-4C5D-9B73-DD56A410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行號：177-192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6AC97-B42B-4941-B7B1-BD4DCCB0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0948890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07D48-669B-479C-B7EB-216FA1E3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影像特徵擷取：第 193-208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3BB0C-765F-41B5-AF2A-DBBDE505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mcdpt_feature_extractor.v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40551e8d94019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113BB-CF3C-4A0F-BA1D-8CAE296B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4BB77-F7F0-4A08-BA16-23B2DE1B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20048-4826-4E71-9E60-4F7F6778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把累加結果轉成 16 個特徵。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包含上下半身顏色、主要顏色、飽和度、面積與中心點。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10F2B-F456-4836-AE00-BD508C23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行號：193-208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63798-20BB-4387-A362-D5AF0108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917821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0ABAE-F899-4C99-A91C-14395A08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影像特徵擷取：第 209-211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76788-4AFA-4C0B-AEF8-67CF5CA5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mcdpt_feature_extractor.v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e63edf5bb4adf"/>
          <a:stretch xmlns:a="http://schemas.openxmlformats.org/drawingml/2006/main"/>
        </p:blipFill>
        <p:spPr>
          <a:xfrm xmlns:a="http://schemas.openxmlformats.org/drawingml/2006/main">
            <a:off x="419100" y="3215640"/>
            <a:ext cx="7810500" cy="10934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41139-3807-4E34-BC5E-3AA19709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462CD-2906-49CA-A32B-091ABEB1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03CF7-CB3D-45F6-B54A-81BAC014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完成特徵擷取模組。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最後幾行關閉條件式、`always` 區塊和模組。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6A6C3-3D93-45FA-BB59-69B51930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行號：209-211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4031D-9327-4223-B46C-3A097433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462276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E510B-2059-4581-8D54-8D8620F8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Track 平均特徵：第 1-16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DDFAA-6E0C-4AE6-A3D8-B4A60569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mcdpt_track_average.v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c2c5424c847df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49E9A-1238-4960-BA99-A68A23DA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F9E1F-36FB-473A-A8E0-610299A4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44785-44A0-4E0F-89EE-88E36256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宣告追蹤平均模組。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它保存某一個追蹤對象的平均特徵，模仿 MCDPT 的 `Track.f_avg`。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81BEA-8E44-4F7A-B7D0-27CBEAA2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行號：1-16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88F7C-7B9D-485E-A7EA-DE9683B0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6555324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CC80E-796C-4046-A178-A043595C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Track 平均特徵：第 17-32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E2493-61AB-406A-8679-925675EE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mcdpt_track_average.v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4c435728542a2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271C1-40DA-4221-B892-CA9FA6D2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69F84-5D47-4C23-8C37-F5C5519C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2DEA4-ADA8-4EB6-AE58-378CB020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reset 時清空 track。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第一次 update 直接把新 feature 存成平均值。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3FD22-F44F-4247-BE09-692EF145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行號：17-32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C0C8D-B769-407F-B8EC-494887F4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80904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0F7F7-A65E-4FBF-9584-B1BCAA4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Track 平均特徵：第 33-38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4E5E3-BA6B-4629-BD6D-6F668987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mcdpt_track_average.v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aacc9714e4c40"/>
          <a:stretch xmlns:a="http://schemas.openxmlformats.org/drawingml/2006/main"/>
        </p:blipFill>
        <p:spPr>
          <a:xfrm xmlns:a="http://schemas.openxmlformats.org/drawingml/2006/main">
            <a:off x="419100" y="2981325"/>
            <a:ext cx="7810500" cy="1562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991FA-A1CD-480B-9A49-523D4B0C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5E093-62FB-456D-9694-42454866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5DD70-737C-43B0-BE3E-35CA2A8E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已有平均值時做 75% 舊值加 25% 新值。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這能減少單張圖片雜訊造成的判斷跳動。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859C9-0F8B-425F-B179-B2AC44D0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行號：33-38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483A5-A417-4087-8CE9-072282DF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5363226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D59E0-123A-40B8-8BE9-E6F06E68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特徵距離計算：第 1-16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5B6ED-F7E9-4FF2-8ABF-C723D4DB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mcdpt_feature_distance.v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b129443d94c3b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52A2D-C1ED-411A-9E86-135E7C63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F57D4-63DF-48C2-B292-FA3A05D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1A387-56A8-48BD-B83F-4A55B6BB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宣告特徵距離模組。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輸入兩個 16 維特徵向量，輸出總距離。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02912-9FFF-4FA8-A1FF-C1FF6625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行號：1-16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1BBEF-38BB-4B94-B712-FECACBF7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213020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4CDAF-DB82-47A0-9F2B-46371568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特徵距離計算：第 17-31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D8AF1-64AB-4218-B1FE-BF12A1A8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mcdpt_feature_distance.v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47c9ea7ae40d1"/>
          <a:stretch xmlns:a="http://schemas.openxmlformats.org/drawingml/2006/main"/>
        </p:blipFill>
        <p:spPr>
          <a:xfrm xmlns:a="http://schemas.openxmlformats.org/drawingml/2006/main">
            <a:off x="419100" y="2278380"/>
            <a:ext cx="7810500" cy="296799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7BC76-A4C0-48D8-8EE7-6D841AAD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86C8C-5C23-41DF-B135-CEB2C393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39D25-108C-4865-9D1B-01860A3B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逐一計算每個 feature 的絕對差。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所有差距加總後，就是兩個人物外觀的距離分數。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57D26-EE18-4C99-8085-2F398CAF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行號：17-31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E3839-31AF-44CE-B647-EA9D825E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96024092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A4790-3B94-4E88-8C34-34B54C55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跨攝影機門檻比對：第 1-16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AE65A-A999-4114-A35A-8FFCC940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mcdpt_global_matcher.v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6ef161694421f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B4AC2-7337-48BF-B2D1-EC14B6A8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0CAC9-F756-42FB-9239-0C44ABB1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05294-319D-40AE-A19D-14FA9D2B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宣告全域比對器。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`GLOBAL_MATCH_THRESH` 是判斷同一人的距離門檻。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83803-A426-4DE4-A209-E5C19AE6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行號：1-16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B1914-749D-4705-B84E-D8DE4909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02253489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B6C90-ECC5-47EC-BD24-1D8EEE34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跨攝影機門檻比對：第 17-28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4F4CE-D100-4FAF-AE5C-62C30922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mcdpt_global_matcher.v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c2d1421a24042"/>
          <a:stretch xmlns:a="http://schemas.openxmlformats.org/drawingml/2006/main"/>
        </p:blipFill>
        <p:spPr>
          <a:xfrm xmlns:a="http://schemas.openxmlformats.org/drawingml/2006/main">
            <a:off x="419100" y="2512695"/>
            <a:ext cx="7810500" cy="249936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63849-1A97-49BE-9EEB-78445FA0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D59A1-F7E8-48D9-9032-2056C5E7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A6E0A-6767-44B3-9AA7-72BD2622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呼叫距離模組，並套用門檻。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兩邊追蹤資料都有效且距離夠小，才輸出 `same_person=1`。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59471-E812-4E3E-BE59-7DF38CF8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行號：17-28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73980-4542-4B8B-A778-76D09FB4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50217604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F175F-7F05-43B6-8F37-0CAC3806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模擬測試平台：第 1-16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0C724-261B-4354-9B82-A53F3284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tb_mcdpt_two_image_reid.v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1092505464981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72A78-505C-48DF-B15F-8ADB149B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075A3-07AC-47D2-B89D-8BF37D1E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3BA7D-97F6-4772-BD29-0A25FA09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宣告 testbench 與基本參數。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測試影像同樣是 8x8 RGB。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37918-0DD7-4101-A912-2CD6322E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行號：1-16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49C86-87C2-4BAC-906D-41BE93D6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13180358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C7477-F4DF-42E3-815D-89543A58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模擬測試平台：第 17-32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49F34-6BF7-4D25-A8B4-CE7B5C0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tb_mcdpt_two_image_reid.v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00f558cdf43f1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15E4A-67EE-48C9-A75F-2E8BDF3B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409E6-A561-4D15-AD4C-68333362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15366-DF7E-43AC-9C16-2A8272CF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宣告輸出觀察線並建立待測電路。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待測電路就是正式頂層 `mcdpt_two_image_reid_top`。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FE8FE-20A9-4CD3-AF9A-5284383C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行號：17-32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987A3-C18E-4714-B09D-61C38FE0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88872187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70195-1CA9-430F-B267-6B7A2C22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模擬測試平台：第 33-48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86DCF-4638-47B5-85CC-36F3336D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tb_mcdpt_two_image_reid.v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4944aef674ea1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CF50A-AC27-424C-8347-E55F8E4B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8EDA1-FDA4-47F0-AC69-FD58BFEA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BAEB3-67F1-4270-9D34-4219F4B7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完成待測電路接線並建立時脈。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`always #5` 代表每 5ns 翻轉一次 clock。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B1AEA-2012-486C-8C80-4B4C303D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行號：33-48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DF12A-AB29-4275-947F-B19EBE46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96780583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DE994-7ABA-4433-96FB-F56AF909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模擬測試平台：第 49-64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0254F-713A-42C3-AF17-7852874B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tb_mcdpt_two_image_reid.v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a367cc7f2474d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6906C-B84D-4E94-B103-EEB2F09F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AE879-61F9-44C1-B9FC-9CA87413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AADB4-15BF-4D29-B8E4-F9000389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`pack_pixel` 同時幫 A/B 圖填入背景像素。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`initial` 區塊初始化 reset、load 與影像資料。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C2A8D-434E-4671-A97D-6642079D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行號：49-64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F020F-2F5A-4C23-A41D-6AF88C75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8668266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71702-2291-400D-B64C-C4A958B4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模擬測試平台：第 65-80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DC767-6DEE-4EB3-9719-6A7C8BAF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tb_mcdpt_two_image_reid.v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e088b59e04a1f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02971-B618-425A-96D5-6C18B952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10936-339A-45B7-8BEC-FCE437FB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9E0F1-10F8-437D-9C5B-EBC57C6D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第一個測試案例建立兩個相似的人形色塊。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A 是紅棕色，B 是接近的紅棕色。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8A846-B9A5-4891-9F06-C1288631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行號：65-80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7947A-7EA6-43FB-B83C-21FB6353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75575887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6A740-C801-41C9-B5EE-EA2AAAA2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模擬測試平台：第 81-96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BD63D-81C3-4624-8709-8DAD394E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tb_mcdpt_two_image_reid.v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f63b569314510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26EA8-1E98-4F49-9C58-8517AB76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68250-59A6-48AC-B1EC-2C4974B3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DCA0A-9647-4CFC-A004-3C87D52A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印出第一組特徵、距離和判斷結果。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如果沒有判斷同一人，testbench 會報錯停止。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D917F-C745-490B-870E-D092FD48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行號：81-96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F4DBB-B95F-4AF4-9DD8-2E14F549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52818413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4C912-DB5C-4B3E-AF4E-49496931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模擬測試平台：第 97-112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770AE-2176-4C88-8D0E-492A117D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tb_mcdpt_two_image_reid.v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5689bbd6a40b3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C309E-520E-4108-BC5C-48FCDB60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CF999-6C70-4C47-A7C5-768A547A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6D5E5-F590-4B1C-997F-840BF18F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第二個測試案例重設後建立不同顏色的人。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A 是紅棕色，B 改成藍色。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684F1-708A-4B24-BE33-065F6A7D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行號：97-112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09BEA-7F44-4EDB-A6B4-217D4085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13127183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79FEB-71C6-461B-98A8-E0A79D48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模擬測試平台：第 113-128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AA76E-E6B2-436E-9809-92B37E93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tb_mcdpt_two_image_reid.v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6ba8293804cea"/>
          <a:stretch xmlns:a="http://schemas.openxmlformats.org/drawingml/2006/main"/>
        </p:blipFill>
        <p:spPr>
          <a:xfrm xmlns:a="http://schemas.openxmlformats.org/drawingml/2006/main">
            <a:off x="419100" y="2200275"/>
            <a:ext cx="7810500" cy="3124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1CDA5-351B-4A86-8F13-F3DE27F3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641CA-5F26-4C3B-911D-136077F0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D41F1-BB11-4445-9AA0-C843B628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印出第二組結果並檢查 `same_person` 必須為 0。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不同顏色造成距離變大。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5ECFA-89F4-400D-B8CD-70B72EF3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行號：113-128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6870E-A49A-4E02-BFE7-729ECA7E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4684270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99019-D284-4FA4-93FC-F3C950A2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模擬測試平台：第 129-129 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DD760-0CF1-4C94-AED2-B637412F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tb_mcdpt_two_image_reid.v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40b7a320c4d5a"/>
          <a:stretch xmlns:a="http://schemas.openxmlformats.org/drawingml/2006/main"/>
        </p:blipFill>
        <p:spPr>
          <a:xfrm xmlns:a="http://schemas.openxmlformats.org/drawingml/2006/main">
            <a:off x="419100" y="3371850"/>
            <a:ext cx="7810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56025-F889-4A4A-A48B-0159D5FD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3905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FF5E2-81D2-47EB-B7D5-04F96DE4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這段在做什麼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FC1DF-BBB2-4872-B5B8-8E34FFC0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571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結束 testbench。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所有檢查通過才會印出通過訊息。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E748F-B2DD-413A-8FBF-116851D2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行號：129-129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91E89-EE20-48CD-9DBA-15230786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04085133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04088-689B-443F-8D5A-DD7FF092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教授可能會問的問題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8D656-62F2-4ED2-BE28-50A9DA30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建議回答方向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07C28-03D8-4364-980D-1E163E1C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668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45D5B-78EF-433E-B5E1-BD1C601F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57375"/>
            <a:ext cx="9810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1. 為什麼不用完整神經網路？短期 Verilog 原型先保留 MCDPT 的特徵比對架構。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2. 為什麼不用餘弦距離？餘弦距離需要正規化和除法，這版先用絕對差距總和降低硬體難度。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3. 為什麼可以看顏色？特徵擷取器直接計算上下半身 RGB、主要顏色與飽和度。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4. 這版限制在哪裡？目前只支援兩張已裁切小圖，還沒有自動偵測人框和真實攝影機串流。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A92DD-C901-4D14-9BB0-36890AAD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462682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2026-09-08T14:14:54.8490000Z</dcterms:created>
  <dcterms:modified xsi:type="dcterms:W3CDTF">2026-09-08T14:14:54.8490000Z</dcterms:modified>
</coreProperties>
</file>